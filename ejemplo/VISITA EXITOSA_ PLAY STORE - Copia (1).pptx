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5" r:id="rId5"/>
    <p:sldId id="317" r:id="rId6"/>
    <p:sldId id="316" r:id="rId7"/>
    <p:sldId id="315" r:id="rId8"/>
    <p:sldId id="314" r:id="rId9"/>
    <p:sldId id="313" r:id="rId10"/>
    <p:sldId id="312" r:id="rId11"/>
    <p:sldId id="311" r:id="rId12"/>
    <p:sldId id="310" r:id="rId13"/>
    <p:sldId id="309" r:id="rId14"/>
    <p:sldId id="308" r:id="rId15"/>
    <p:sldId id="307" r:id="rId16"/>
    <p:sldId id="275" r:id="rId17"/>
    <p:sldId id="276" r:id="rId18"/>
    <p:sldId id="322" r:id="rId19"/>
    <p:sldId id="323" r:id="rId20"/>
    <p:sldId id="325" r:id="rId21"/>
    <p:sldId id="280" r:id="rId22"/>
    <p:sldId id="289" r:id="rId23"/>
    <p:sldId id="290" r:id="rId24"/>
    <p:sldId id="291" r:id="rId25"/>
    <p:sldId id="292" r:id="rId26"/>
    <p:sldId id="293" r:id="rId27"/>
    <p:sldId id="294" r:id="rId28"/>
    <p:sldId id="318" r:id="rId29"/>
    <p:sldId id="319" r:id="rId30"/>
    <p:sldId id="320" r:id="rId31"/>
    <p:sldId id="321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126AC-091D-EF3F-567B-8AC6153DF3EB}" v="307" dt="2025-08-26T17:15:54.775"/>
    <p1510:client id="{23919D62-28CC-C01A-E237-527291BFE6A5}" v="24" dt="2025-08-26T17:39:53.837"/>
    <p1510:client id="{656DB78F-723B-DC40-FD41-457D2949E2E6}" v="30" dt="2025-08-26T18:05:22.409"/>
    <p1510:client id="{A59A7749-B4B2-F083-1E8D-B560C33EE0E0}" v="27" dt="2025-08-26T17:31:12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Fernando Cardona Moreno" userId="S::coate123087@co.atento.com::958036cf-c60a-4b64-847e-5307b6603311" providerId="AD" clId="Web-{656DB78F-723B-DC40-FD41-457D2949E2E6}"/>
    <pc:docChg chg="addSld delSld modSld">
      <pc:chgData name="Luis Fernando Cardona Moreno" userId="S::coate123087@co.atento.com::958036cf-c60a-4b64-847e-5307b6603311" providerId="AD" clId="Web-{656DB78F-723B-DC40-FD41-457D2949E2E6}" dt="2025-08-26T18:05:22.409" v="25"/>
      <pc:docMkLst>
        <pc:docMk/>
      </pc:docMkLst>
      <pc:sldChg chg="modSp">
        <pc:chgData name="Luis Fernando Cardona Moreno" userId="S::coate123087@co.atento.com::958036cf-c60a-4b64-847e-5307b6603311" providerId="AD" clId="Web-{656DB78F-723B-DC40-FD41-457D2949E2E6}" dt="2025-08-26T17:59:30.788" v="6" actId="20577"/>
        <pc:sldMkLst>
          <pc:docMk/>
          <pc:sldMk cId="2406273178" sldId="256"/>
        </pc:sldMkLst>
        <pc:spChg chg="mod">
          <ac:chgData name="Luis Fernando Cardona Moreno" userId="S::coate123087@co.atento.com::958036cf-c60a-4b64-847e-5307b6603311" providerId="AD" clId="Web-{656DB78F-723B-DC40-FD41-457D2949E2E6}" dt="2025-08-26T17:59:30.788" v="6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del">
        <pc:chgData name="Luis Fernando Cardona Moreno" userId="S::coate123087@co.atento.com::958036cf-c60a-4b64-847e-5307b6603311" providerId="AD" clId="Web-{656DB78F-723B-DC40-FD41-457D2949E2E6}" dt="2025-08-26T18:00:32.118" v="10"/>
        <pc:sldMkLst>
          <pc:docMk/>
          <pc:sldMk cId="1929622858" sldId="278"/>
        </pc:sldMkLst>
      </pc:sldChg>
      <pc:sldChg chg="del">
        <pc:chgData name="Luis Fernando Cardona Moreno" userId="S::coate123087@co.atento.com::958036cf-c60a-4b64-847e-5307b6603311" providerId="AD" clId="Web-{656DB78F-723B-DC40-FD41-457D2949E2E6}" dt="2025-08-26T18:00:34.259" v="11"/>
        <pc:sldMkLst>
          <pc:docMk/>
          <pc:sldMk cId="1279172322" sldId="279"/>
        </pc:sldMkLst>
      </pc:sldChg>
      <pc:sldChg chg="addSp delSp modSp add replId">
        <pc:chgData name="Luis Fernando Cardona Moreno" userId="S::coate123087@co.atento.com::958036cf-c60a-4b64-847e-5307b6603311" providerId="AD" clId="Web-{656DB78F-723B-DC40-FD41-457D2949E2E6}" dt="2025-08-26T18:03:36.609" v="15"/>
        <pc:sldMkLst>
          <pc:docMk/>
          <pc:sldMk cId="1084604661" sldId="322"/>
        </pc:sldMkLst>
        <pc:graphicFrameChg chg="add del">
          <ac:chgData name="Luis Fernando Cardona Moreno" userId="S::coate123087@co.atento.com::958036cf-c60a-4b64-847e-5307b6603311" providerId="AD" clId="Web-{656DB78F-723B-DC40-FD41-457D2949E2E6}" dt="2025-08-26T18:03:12.467" v="14"/>
          <ac:graphicFrameMkLst>
            <pc:docMk/>
            <pc:sldMk cId="1084604661" sldId="322"/>
            <ac:graphicFrameMk id="3" creationId="{EFF4EE91-A5FE-8E6D-07E6-F91787054771}"/>
          </ac:graphicFrameMkLst>
        </pc:graphicFrameChg>
        <pc:picChg chg="del">
          <ac:chgData name="Luis Fernando Cardona Moreno" userId="S::coate123087@co.atento.com::958036cf-c60a-4b64-847e-5307b6603311" providerId="AD" clId="Web-{656DB78F-723B-DC40-FD41-457D2949E2E6}" dt="2025-08-26T17:59:53.039" v="8"/>
          <ac:picMkLst>
            <pc:docMk/>
            <pc:sldMk cId="1084604661" sldId="322"/>
            <ac:picMk id="2" creationId="{A7403A94-8408-BA7C-6BC7-2DBEE9B73EF3}"/>
          </ac:picMkLst>
        </pc:picChg>
        <pc:picChg chg="add mod">
          <ac:chgData name="Luis Fernando Cardona Moreno" userId="S::coate123087@co.atento.com::958036cf-c60a-4b64-847e-5307b6603311" providerId="AD" clId="Web-{656DB78F-723B-DC40-FD41-457D2949E2E6}" dt="2025-08-26T18:03:36.609" v="15"/>
          <ac:picMkLst>
            <pc:docMk/>
            <pc:sldMk cId="1084604661" sldId="322"/>
            <ac:picMk id="4" creationId="{50206442-3E74-CFA7-5891-DF9EEA3DB02B}"/>
          </ac:picMkLst>
        </pc:picChg>
      </pc:sldChg>
      <pc:sldChg chg="addSp delSp modSp add replId">
        <pc:chgData name="Luis Fernando Cardona Moreno" userId="S::coate123087@co.atento.com::958036cf-c60a-4b64-847e-5307b6603311" providerId="AD" clId="Web-{656DB78F-723B-DC40-FD41-457D2949E2E6}" dt="2025-08-26T18:03:53.625" v="19"/>
        <pc:sldMkLst>
          <pc:docMk/>
          <pc:sldMk cId="2647739661" sldId="323"/>
        </pc:sldMkLst>
        <pc:graphicFrameChg chg="del">
          <ac:chgData name="Luis Fernando Cardona Moreno" userId="S::coate123087@co.atento.com::958036cf-c60a-4b64-847e-5307b6603311" providerId="AD" clId="Web-{656DB78F-723B-DC40-FD41-457D2949E2E6}" dt="2025-08-26T18:03:42.577" v="16"/>
          <ac:graphicFrameMkLst>
            <pc:docMk/>
            <pc:sldMk cId="2647739661" sldId="323"/>
            <ac:graphicFrameMk id="3" creationId="{9B73BDDC-7BBA-DFCF-7336-68BBEC7807DF}"/>
          </ac:graphicFrameMkLst>
        </pc:graphicFrameChg>
        <pc:picChg chg="add mod">
          <ac:chgData name="Luis Fernando Cardona Moreno" userId="S::coate123087@co.atento.com::958036cf-c60a-4b64-847e-5307b6603311" providerId="AD" clId="Web-{656DB78F-723B-DC40-FD41-457D2949E2E6}" dt="2025-08-26T18:03:48.562" v="17"/>
          <ac:picMkLst>
            <pc:docMk/>
            <pc:sldMk cId="2647739661" sldId="323"/>
            <ac:picMk id="2" creationId="{DBEC87E2-106A-4D25-EA34-B44E822AC39E}"/>
          </ac:picMkLst>
        </pc:picChg>
        <pc:picChg chg="add del">
          <ac:chgData name="Luis Fernando Cardona Moreno" userId="S::coate123087@co.atento.com::958036cf-c60a-4b64-847e-5307b6603311" providerId="AD" clId="Web-{656DB78F-723B-DC40-FD41-457D2949E2E6}" dt="2025-08-26T18:03:53.625" v="19"/>
          <ac:picMkLst>
            <pc:docMk/>
            <pc:sldMk cId="2647739661" sldId="323"/>
            <ac:picMk id="4" creationId="{A41CCEA4-D956-4EF8-F1FD-F846B3C719D2}"/>
          </ac:picMkLst>
        </pc:picChg>
      </pc:sldChg>
      <pc:sldChg chg="delSp add del replId">
        <pc:chgData name="Luis Fernando Cardona Moreno" userId="S::coate123087@co.atento.com::958036cf-c60a-4b64-847e-5307b6603311" providerId="AD" clId="Web-{656DB78F-723B-DC40-FD41-457D2949E2E6}" dt="2025-08-26T18:05:22.409" v="25"/>
        <pc:sldMkLst>
          <pc:docMk/>
          <pc:sldMk cId="1164050052" sldId="324"/>
        </pc:sldMkLst>
        <pc:graphicFrameChg chg="del">
          <ac:chgData name="Luis Fernando Cardona Moreno" userId="S::coate123087@co.atento.com::958036cf-c60a-4b64-847e-5307b6603311" providerId="AD" clId="Web-{656DB78F-723B-DC40-FD41-457D2949E2E6}" dt="2025-08-26T18:05:18.831" v="24"/>
          <ac:graphicFrameMkLst>
            <pc:docMk/>
            <pc:sldMk cId="1164050052" sldId="324"/>
            <ac:graphicFrameMk id="3" creationId="{EB2B03B7-81CE-6F63-DDD4-F4B3DBF1AA22}"/>
          </ac:graphicFrameMkLst>
        </pc:graphicFrameChg>
      </pc:sldChg>
      <pc:sldChg chg="addSp delSp modSp add replId">
        <pc:chgData name="Luis Fernando Cardona Moreno" userId="S::coate123087@co.atento.com::958036cf-c60a-4b64-847e-5307b6603311" providerId="AD" clId="Web-{656DB78F-723B-DC40-FD41-457D2949E2E6}" dt="2025-08-26T18:04:05.188" v="23" actId="1076"/>
        <pc:sldMkLst>
          <pc:docMk/>
          <pc:sldMk cId="2570772331" sldId="325"/>
        </pc:sldMkLst>
        <pc:picChg chg="del">
          <ac:chgData name="Luis Fernando Cardona Moreno" userId="S::coate123087@co.atento.com::958036cf-c60a-4b64-847e-5307b6603311" providerId="AD" clId="Web-{656DB78F-723B-DC40-FD41-457D2949E2E6}" dt="2025-08-26T18:03:58.031" v="21"/>
          <ac:picMkLst>
            <pc:docMk/>
            <pc:sldMk cId="2570772331" sldId="325"/>
            <ac:picMk id="2" creationId="{538BCE85-956A-B04F-45BD-84FAC96A6963}"/>
          </ac:picMkLst>
        </pc:picChg>
        <pc:picChg chg="add mod">
          <ac:chgData name="Luis Fernando Cardona Moreno" userId="S::coate123087@co.atento.com::958036cf-c60a-4b64-847e-5307b6603311" providerId="AD" clId="Web-{656DB78F-723B-DC40-FD41-457D2949E2E6}" dt="2025-08-26T18:04:05.188" v="23" actId="1076"/>
          <ac:picMkLst>
            <pc:docMk/>
            <pc:sldMk cId="2570772331" sldId="325"/>
            <ac:picMk id="3" creationId="{DE0FEBF0-D21D-6BE9-EDE8-F677F7DDBB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26/08/2025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NOMBRE DEL TEMA: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/>
              <a:t>DILIGENCIAMIENTO DE SEVENMINDS VISITA EXITOSA PLAY STORE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F7BCB-D557-D779-EA54-340A2265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INTRODUCCION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F2163B-8670-CD8E-A19F-CBD5347D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Sevenminds es una aplicación diseñada para optimizar el trabajo en campo de los equipos comerciales. Permite registrar </a:t>
            </a:r>
            <a:r>
              <a:rPr lang="es-ES" err="1">
                <a:ea typeface="+mn-lt"/>
                <a:cs typeface="+mn-lt"/>
              </a:rPr>
              <a:t>check</a:t>
            </a:r>
            <a:r>
              <a:rPr lang="es-ES">
                <a:ea typeface="+mn-lt"/>
                <a:cs typeface="+mn-lt"/>
              </a:rPr>
              <a:t>-in, </a:t>
            </a:r>
            <a:r>
              <a:rPr lang="es-ES" err="1">
                <a:ea typeface="+mn-lt"/>
                <a:cs typeface="+mn-lt"/>
              </a:rPr>
              <a:t>check-out</a:t>
            </a:r>
            <a:r>
              <a:rPr lang="es-ES">
                <a:ea typeface="+mn-lt"/>
                <a:cs typeface="+mn-lt"/>
              </a:rPr>
              <a:t>, horarios de almuerzo y ventas exitosas o no exitosas. Además, facilita la captura de información en tiempo real mediante formularios personalizables, ofrece geolocalización para hacer seguimiento de visitas y genera reportes que apoyan la toma de decisiones y el control de la fuerza de ventas.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496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B4892-35EC-63A4-F6D2-5FD0A1EA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613D0-7702-7538-8912-B70223AB2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Presentar las principales funcionalidades de </a:t>
            </a:r>
            <a:r>
              <a:rPr lang="es-ES" err="1">
                <a:ea typeface="+mn-lt"/>
                <a:cs typeface="+mn-lt"/>
              </a:rPr>
              <a:t>Sevenminds</a:t>
            </a:r>
            <a:r>
              <a:rPr lang="es-ES">
                <a:ea typeface="+mn-lt"/>
                <a:cs typeface="+mn-lt"/>
              </a:rPr>
              <a:t> como herramienta de gestión en campo, destacando su aporte en la optimización del tiempo, el control de actividades y la generación de información confiable para la toma de decisiones.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15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1E46-80BD-204F-C754-FDF4D207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3112EB9-9EB3-656C-8446-004B0C7EF020}"/>
              </a:ext>
            </a:extLst>
          </p:cNvPr>
          <p:cNvSpPr txBox="1"/>
          <p:nvPr/>
        </p:nvSpPr>
        <p:spPr>
          <a:xfrm>
            <a:off x="1024014" y="2326772"/>
            <a:ext cx="10139301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6000"/>
              <a:t>DILIGENCIAMIENTO FORMULARIO VISITA EXITOSA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4908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10785-D020-1871-B6E9-CE20795C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E2F04FA9-99C3-FFEA-35F2-BF37EB027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20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9A634-DB01-4C0E-954E-4C25ED9F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0C1F65E3-FF02-AB8F-6DE5-48002EA1E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080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C8824-7716-7472-622B-13BB79E3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33F6F3-D09D-419E-5E60-0052740C1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0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1BF9B-7F11-FCC9-61FE-75F6CB40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553FCA9-9968-8D18-3EC3-6A86839BC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8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4E3C9-B829-3AA7-6C06-8AE1CF0C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6DB67BF-3FB6-0288-2E03-5B686EB6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8BA3-543A-E05C-94EC-40E0E30D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C1A6EC3-79B8-C55D-101C-5DFC82725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0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2229-CA12-35CC-5435-743C1F13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0F18765-2781-802D-C1F7-E5596B97C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7E30C-964D-9DA2-58A1-8006353CF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Aplicación, Word&#10;&#10;El contenido generado por IA puede ser incorrecto.">
            <a:extLst>
              <a:ext uri="{FF2B5EF4-FFF2-40B4-BE49-F238E27FC236}">
                <a16:creationId xmlns:a16="http://schemas.microsoft.com/office/drawing/2014/main" id="{ED5ADFC9-B490-3B73-14C5-FAE7FDF66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38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EF850-AF61-32BC-3A25-3FA773CE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F5A66D8-8B7E-EFF2-A5B5-869B169C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65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FEFB-1655-B2F1-327B-8EE508BB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186CA08-C687-FFF7-698B-76AD14E93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24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74E5-A557-7C1C-F07B-1A9D9A0B5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485EF61-8790-CA09-D21A-1BA3E38C3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64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2F38-1E74-B871-7972-7869F75E2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4F24953B-E9BB-7BAE-C3CE-F145F991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6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F428C-A958-50A1-CC2E-179F624C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B1996EB4-6A16-4D74-F421-29C3434A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49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A655D-17FE-6648-633E-7DEFC585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0206442-3E74-CFA7-5891-DF9EEA3DB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04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6801-B42F-9E75-B2C1-BEAEB580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BEC87E2-106A-4D25-EA34-B44E822A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739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FB7B-141B-8925-12BC-CEDAD1EA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E0FEBF0-D21D-6BE9-EDE8-F677F7DDB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-20595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72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B9D3-5B9B-2428-71AB-3E8E89EE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0CBD2437-38C9-47E0-5072-EB614B0A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87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418CE-442A-784B-B5F1-44D407AF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BF62D6EE-792A-22A7-930F-DF69E1397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10732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01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041D-DDAE-6DD4-4437-ED3A2E2FC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249116-2EF3-84BE-D8C1-AEA9B542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10732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43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6D912-104F-8875-44C7-236857A1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94B33F0-3A2A-6B5E-72C6-C0F890840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55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7A0F-766E-8AB0-2137-5C295276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5F38C02-B348-964F-5556-CA4F3F8FD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53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7FF8-574B-B0F9-18AD-E4DD9D58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46A9958-3CFA-6D84-4014-C2FE4974E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985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2344-0D9A-F8E3-9A5C-BC46E27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14AD411-6E04-BA96-C718-8F0C67C1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71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01A0-E940-2953-6387-A03FC8D6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EABC6A0F-8DED-2FAD-B336-A80524D1E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-12915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43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11FAF-A3DD-EF68-89FC-8C9F90C6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8E45165-A2FA-1BCB-A802-2F2AECD8B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20595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32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9EDF-BF1E-4C5F-FF85-3E46CB92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10D4E56-2C57-4202-7BEA-64440320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17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4D05-3EA6-D801-5F85-641D5776F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8046118-19A1-A1F6-094C-6C2BF0E9D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74" y="0"/>
            <a:ext cx="3163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96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31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2" baseType="lpstr">
      <vt:lpstr>Tema de Office</vt:lpstr>
      <vt:lpstr>NOMBRE DEL TEMA:</vt:lpstr>
      <vt:lpstr>INTRODUCCION</vt:lpstr>
      <vt:lpstr>OBJETIVO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23</cp:revision>
  <dcterms:created xsi:type="dcterms:W3CDTF">2025-08-26T16:15:57Z</dcterms:created>
  <dcterms:modified xsi:type="dcterms:W3CDTF">2025-08-26T18:05:29Z</dcterms:modified>
</cp:coreProperties>
</file>